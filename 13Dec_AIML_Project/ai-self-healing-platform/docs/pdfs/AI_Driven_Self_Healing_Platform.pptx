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1434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2000" dirty="0"/>
              <a:t>Intelligent Performance Assurance for Cloud Workloads</a:t>
            </a:r>
          </a:p>
          <a:p>
            <a:endParaRPr sz="2000" dirty="0"/>
          </a:p>
          <a:p>
            <a:r>
              <a:rPr lang="en-IN" sz="2000" dirty="0" smtClean="0"/>
              <a:t>PIYUSH ASHOKKUMAR RAVAL</a:t>
            </a:r>
          </a:p>
          <a:p>
            <a:r>
              <a:rPr lang="en-IN" sz="2000" b="0"/>
              <a:t>piyush_24a07res128</a:t>
            </a:r>
          </a:p>
          <a:p>
            <a:r>
              <a:rPr sz="2000" smtClean="0"/>
              <a:t>M.Tech</a:t>
            </a:r>
            <a:r>
              <a:rPr sz="2000" dirty="0" smtClean="0"/>
              <a:t> </a:t>
            </a:r>
            <a:r>
              <a:rPr lang="en-IN" sz="2000" dirty="0" smtClean="0"/>
              <a:t>Cloud Computing</a:t>
            </a:r>
            <a:endParaRPr sz="2000" dirty="0"/>
          </a:p>
          <a:p>
            <a:r>
              <a:rPr sz="2000" dirty="0"/>
              <a:t>Guide: </a:t>
            </a:r>
            <a:r>
              <a:rPr lang="en-IN" sz="2000" dirty="0" err="1" smtClean="0"/>
              <a:t>Dr.</a:t>
            </a:r>
            <a:r>
              <a:rPr lang="en-IN" sz="2000" dirty="0" smtClean="0"/>
              <a:t> Asif </a:t>
            </a:r>
            <a:r>
              <a:rPr lang="en-IN" sz="2000" dirty="0" err="1" smtClean="0"/>
              <a:t>Ekbal</a:t>
            </a:r>
            <a:endParaRPr sz="2000" dirty="0"/>
          </a:p>
          <a:p>
            <a:r>
              <a:rPr sz="2000" dirty="0"/>
              <a:t>January 4, 2026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AI-Driven Self-Healing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→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❌ CURRENT PROBLEM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Manual Intervention</a:t>
            </a:r>
          </a:p>
          <a:p>
            <a:pPr marL="0" indent="0">
              <a:buNone/>
            </a:pPr>
            <a:r>
              <a:rPr dirty="0"/>
              <a:t>12–25 minutes MTTR</a:t>
            </a:r>
          </a:p>
          <a:p>
            <a:pPr marL="0" indent="0">
              <a:buNone/>
            </a:pPr>
            <a:r>
              <a:rPr dirty="0"/>
              <a:t>• Reactive operations</a:t>
            </a:r>
          </a:p>
          <a:p>
            <a:pPr marL="0" indent="0">
              <a:buNone/>
            </a:pPr>
            <a:r>
              <a:rPr dirty="0"/>
              <a:t>• Delayed response</a:t>
            </a:r>
          </a:p>
          <a:p>
            <a:pPr marL="0" indent="0">
              <a:buNone/>
            </a:pPr>
            <a:r>
              <a:rPr dirty="0"/>
              <a:t>• Costly downtime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✅ OUR SOLUTION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AI-Powered Automation</a:t>
            </a:r>
          </a:p>
          <a:p>
            <a:pPr marL="0" indent="0">
              <a:buNone/>
            </a:pPr>
            <a:r>
              <a:rPr dirty="0"/>
              <a:t>42 seconds MTTR</a:t>
            </a:r>
          </a:p>
          <a:p>
            <a:pPr marL="0" indent="0">
              <a:buNone/>
            </a:pPr>
            <a:r>
              <a:rPr dirty="0"/>
              <a:t>• ML anomaly detection</a:t>
            </a:r>
          </a:p>
          <a:p>
            <a:pPr marL="0" indent="0">
              <a:buNone/>
            </a:pPr>
            <a:r>
              <a:rPr dirty="0"/>
              <a:t>• Zero-touch healing</a:t>
            </a:r>
          </a:p>
          <a:p>
            <a:pPr marL="0" indent="0">
              <a:buNone/>
            </a:pPr>
            <a:r>
              <a:rPr dirty="0"/>
              <a:t>• 95% faster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027338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Watch AI-Powered Self-Healing in Action</a:t>
            </a:r>
          </a:p>
          <a:p>
            <a:endParaRPr dirty="0"/>
          </a:p>
          <a:p>
            <a:r>
              <a:rPr dirty="0"/>
              <a:t>✓ Anomaly Detection &lt;2s</a:t>
            </a:r>
          </a:p>
          <a:p>
            <a:r>
              <a:rPr dirty="0"/>
              <a:t>✓ Automated Healing Decision</a:t>
            </a:r>
          </a:p>
          <a:p>
            <a:r>
              <a:rPr dirty="0"/>
              <a:t>✓ Recovery in 42s</a:t>
            </a:r>
          </a:p>
          <a:p>
            <a:endParaRPr dirty="0"/>
          </a:p>
          <a:p>
            <a:r>
              <a:rPr lang="en-IN" dirty="0" smtClean="0"/>
              <a:t>Switching to </a:t>
            </a:r>
            <a:r>
              <a:rPr dirty="0" smtClean="0"/>
              <a:t>Dashboard</a:t>
            </a:r>
            <a:r>
              <a:rPr dirty="0"/>
              <a:t>: http://localhost:8000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dirty="0"/>
              <a:t>94.2%  ML Detection Accuracy</a:t>
            </a:r>
          </a:p>
          <a:p>
            <a:r>
              <a:rPr dirty="0"/>
              <a:t>1.4s   Detection Latency</a:t>
            </a:r>
          </a:p>
          <a:p>
            <a:r>
              <a:rPr dirty="0"/>
              <a:t>42s    Mean Time To Repair</a:t>
            </a:r>
          </a:p>
          <a:p>
            <a:r>
              <a:rPr dirty="0"/>
              <a:t>97.5%  Healing Success Rate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ALL TARGETS EXCEEDED</a:t>
            </a:r>
          </a:p>
          <a:p>
            <a:r>
              <a:rPr lang="en-IN" dirty="0"/>
              <a:t>Target: &gt;90</a:t>
            </a:r>
            <a:r>
              <a:rPr lang="en-IN" dirty="0" smtClean="0"/>
              <a:t>%  : </a:t>
            </a:r>
            <a:r>
              <a:rPr dirty="0" smtClean="0"/>
              <a:t>40 </a:t>
            </a:r>
            <a:r>
              <a:rPr dirty="0"/>
              <a:t>test scenarios </a:t>
            </a:r>
            <a:endParaRPr lang="en-IN" dirty="0" smtClean="0"/>
          </a:p>
          <a:p>
            <a:r>
              <a:rPr lang="en-IN" dirty="0"/>
              <a:t>Target: &lt;</a:t>
            </a:r>
            <a:r>
              <a:rPr lang="en-IN" dirty="0" smtClean="0"/>
              <a:t>60s   : </a:t>
            </a:r>
            <a:r>
              <a:rPr dirty="0" smtClean="0"/>
              <a:t>39 </a:t>
            </a:r>
            <a:r>
              <a:rPr dirty="0"/>
              <a:t>successful healings </a:t>
            </a:r>
            <a:endParaRPr lang="en-IN" dirty="0" smtClean="0"/>
          </a:p>
          <a:p>
            <a:r>
              <a:rPr lang="en-IN" dirty="0"/>
              <a:t>Target: &gt;95</a:t>
            </a:r>
            <a:r>
              <a:rPr lang="en-IN" dirty="0" smtClean="0"/>
              <a:t>%  : </a:t>
            </a:r>
            <a:r>
              <a:rPr dirty="0" smtClean="0"/>
              <a:t>99.6</a:t>
            </a:r>
            <a:r>
              <a:rPr dirty="0"/>
              <a:t>%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ML Anomaly Detection</a:t>
            </a:r>
          </a:p>
          <a:p>
            <a:r>
              <a:rPr dirty="0" smtClean="0"/>
              <a:t>Isolation </a:t>
            </a:r>
            <a:r>
              <a:rPr dirty="0"/>
              <a:t>Forest</a:t>
            </a:r>
          </a:p>
          <a:p>
            <a:r>
              <a:rPr dirty="0" smtClean="0"/>
              <a:t>Unsupervised </a:t>
            </a:r>
            <a:r>
              <a:rPr dirty="0"/>
              <a:t>learning</a:t>
            </a:r>
          </a:p>
          <a:p>
            <a:r>
              <a:rPr dirty="0" smtClean="0"/>
              <a:t>Multi-metric </a:t>
            </a:r>
            <a:r>
              <a:rPr dirty="0"/>
              <a:t>correlation</a:t>
            </a:r>
          </a:p>
          <a:p>
            <a:r>
              <a:rPr dirty="0" smtClean="0"/>
              <a:t>Accuracy</a:t>
            </a:r>
            <a:r>
              <a:rPr dirty="0"/>
              <a:t>: 94.2%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Self-Healing Orchestrator</a:t>
            </a:r>
          </a:p>
          <a:p>
            <a:r>
              <a:rPr dirty="0" smtClean="0"/>
              <a:t>Scale</a:t>
            </a:r>
            <a:r>
              <a:rPr dirty="0"/>
              <a:t>, restart, balance</a:t>
            </a:r>
          </a:p>
          <a:p>
            <a:r>
              <a:rPr dirty="0" smtClean="0"/>
              <a:t>Rule </a:t>
            </a:r>
            <a:r>
              <a:rPr dirty="0"/>
              <a:t>+ ML decisions</a:t>
            </a:r>
          </a:p>
          <a:p>
            <a:r>
              <a:rPr dirty="0" smtClean="0"/>
              <a:t>Safety </a:t>
            </a:r>
            <a:r>
              <a:rPr dirty="0"/>
              <a:t>checks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Technology Stack</a:t>
            </a:r>
          </a:p>
          <a:p>
            <a:r>
              <a:rPr dirty="0" smtClean="0"/>
              <a:t>Python </a:t>
            </a:r>
            <a:r>
              <a:rPr dirty="0"/>
              <a:t>3.11, </a:t>
            </a:r>
            <a:r>
              <a:rPr dirty="0" err="1"/>
              <a:t>FastAPI</a:t>
            </a:r>
            <a:endParaRPr dirty="0"/>
          </a:p>
          <a:p>
            <a:r>
              <a:rPr dirty="0" smtClean="0"/>
              <a:t>React</a:t>
            </a:r>
            <a:r>
              <a:rPr dirty="0"/>
              <a:t>, Chart.js</a:t>
            </a:r>
          </a:p>
          <a:p>
            <a:r>
              <a:rPr dirty="0" smtClean="0"/>
              <a:t>Docker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Code Stats</a:t>
            </a:r>
          </a:p>
          <a:p>
            <a:r>
              <a:rPr dirty="0" smtClean="0"/>
              <a:t>2,500</a:t>
            </a:r>
            <a:r>
              <a:rPr dirty="0"/>
              <a:t>+ LOC</a:t>
            </a:r>
          </a:p>
          <a:p>
            <a:r>
              <a:rPr dirty="0" smtClean="0"/>
              <a:t>45 </a:t>
            </a:r>
            <a:r>
              <a:rPr dirty="0"/>
              <a:t>tests</a:t>
            </a:r>
          </a:p>
          <a:p>
            <a:r>
              <a:rPr dirty="0" smtClean="0"/>
              <a:t>128 </a:t>
            </a:r>
            <a:r>
              <a:rPr dirty="0"/>
              <a:t>commits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Integration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dirty="0"/>
              <a:t>AWS: EKS, ECS, ASG, </a:t>
            </a:r>
            <a:r>
              <a:rPr dirty="0" err="1"/>
              <a:t>CloudWatch</a:t>
            </a:r>
            <a:endParaRPr dirty="0"/>
          </a:p>
          <a:p>
            <a:r>
              <a:rPr dirty="0"/>
              <a:t>Azure: AKS, VMSS, Azure Monitor</a:t>
            </a:r>
          </a:p>
          <a:p>
            <a:r>
              <a:rPr dirty="0"/>
              <a:t>Kubernetes: HPA, Services, </a:t>
            </a:r>
            <a:r>
              <a:rPr dirty="0" err="1"/>
              <a:t>ConfigMaps</a:t>
            </a:r>
            <a:endParaRPr dirty="0"/>
          </a:p>
          <a:p>
            <a:endParaRPr lang="en-IN" dirty="0" smtClean="0"/>
          </a:p>
          <a:p>
            <a:r>
              <a:rPr dirty="0" smtClean="0"/>
              <a:t>Integration </a:t>
            </a:r>
            <a:r>
              <a:rPr dirty="0"/>
              <a:t>Code 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dirty="0"/>
              <a:t>Phase 1: Demo Complete (Oct–Dec 2024)</a:t>
            </a:r>
          </a:p>
          <a:p>
            <a:r>
              <a:rPr dirty="0"/>
              <a:t>Phase 2: Cloud Deployment (Jan–Feb 2026)</a:t>
            </a:r>
          </a:p>
          <a:p>
            <a:r>
              <a:rPr dirty="0"/>
              <a:t>Phase 3: Testing &amp; CI/CD (Feb–Mar 2026)</a:t>
            </a:r>
          </a:p>
          <a:p>
            <a:r>
              <a:rPr dirty="0"/>
              <a:t>Phase 4-5: Production &amp; Defense (Mar–May 2026)</a:t>
            </a:r>
          </a:p>
          <a:p>
            <a:endParaRPr lang="en-IN" dirty="0" smtClean="0"/>
          </a:p>
          <a:p>
            <a:r>
              <a:rPr dirty="0" smtClean="0"/>
              <a:t>Target</a:t>
            </a:r>
            <a:r>
              <a:rPr dirty="0"/>
              <a:t>: Final Presentation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521063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dirty="0"/>
              <a:t>KEY </a:t>
            </a:r>
            <a:r>
              <a:rPr lang="en-IN" dirty="0" smtClean="0"/>
              <a:t>ACHIEVEMENT</a:t>
            </a:r>
          </a:p>
          <a:p>
            <a:endParaRPr lang="en-IN" dirty="0"/>
          </a:p>
          <a:p>
            <a:r>
              <a:rPr dirty="0" smtClean="0"/>
              <a:t>95–97</a:t>
            </a:r>
            <a:r>
              <a:rPr dirty="0"/>
              <a:t>% Faster Recovery</a:t>
            </a:r>
          </a:p>
          <a:p>
            <a:r>
              <a:rPr dirty="0"/>
              <a:t>MTTR: 12–25 min → 42 sec</a:t>
            </a:r>
          </a:p>
          <a:p>
            <a:r>
              <a:rPr dirty="0" smtClean="0"/>
              <a:t>94.2</a:t>
            </a:r>
            <a:r>
              <a:rPr dirty="0"/>
              <a:t>% Accuracy | 97.5% Success | 99.6% Availability</a:t>
            </a:r>
          </a:p>
          <a:p>
            <a:endParaRPr dirty="0"/>
          </a:p>
          <a:p>
            <a:endParaRPr lang="en-IN" dirty="0" smtClean="0"/>
          </a:p>
          <a:p>
            <a:r>
              <a:rPr dirty="0" smtClean="0"/>
              <a:t>Questions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10</TotalTime>
  <Words>299</Words>
  <Application>Microsoft Office PowerPoint</Application>
  <PresentationFormat>On-screen Show (4:3)</PresentationFormat>
  <Paragraphs>83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Civic</vt:lpstr>
      <vt:lpstr>AI-Driven Self-Healing Platform</vt:lpstr>
      <vt:lpstr>The Challenge → Our Solution</vt:lpstr>
      <vt:lpstr>LIVE DEMO</vt:lpstr>
      <vt:lpstr>Demonstration Results</vt:lpstr>
      <vt:lpstr>Technical Implementation</vt:lpstr>
      <vt:lpstr>Cloud Integration Ready</vt:lpstr>
      <vt:lpstr>Project Timeline &amp; Next Steps</vt:lpstr>
      <vt:lpstr>Thank You!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Self-Healing Platform</dc:title>
  <dc:subject/>
  <dc:creator/>
  <cp:keywords/>
  <dc:description>generated using python-pptx</dc:description>
  <cp:lastModifiedBy>PIYUSH-HP</cp:lastModifiedBy>
  <cp:revision>6</cp:revision>
  <dcterms:created xsi:type="dcterms:W3CDTF">2013-01-27T09:14:16Z</dcterms:created>
  <dcterms:modified xsi:type="dcterms:W3CDTF">2025-12-29T15:26:51Z</dcterms:modified>
  <cp:category/>
</cp:coreProperties>
</file>